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ackgroun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rp_iso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Sistema de IA Multiagente para Analisis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5F7FB"/>
                </a:solidFill>
                <a:latin typeface="Aptos"/>
              </a:rPr>
              <a:t>Version ejecutiva para liderazgo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669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Preguntas directas.
Datos reales.
Respuestas accionables.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B"/>
                </a:solidFill>
                <a:latin typeface="Aptos"/>
              </a:rPr>
              <a:t>IA multiagente | Presentacion ejecutiva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Que hace el sistema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Permite hacer preguntas de negocio en lenguaje natural y responder con datos reales de la empresa.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Reduce la dependencia de consultas manuales, cruces en Excel y apoyo tecnico permanente.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Cruza informacion entre fuentes como empleados y ausentismo para devolver una lectura mas completa.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Entrega no solo texto: tambien tablas, hallazgos, riesgos y recomendaciones.</a:t>
            </a:r>
          </a:p>
          <a:p>
            <a:pPr>
              <a:spcAft>
                <a:spcPts val="800"/>
              </a:spcAft>
              <a:defRPr sz="1700">
                <a:solidFill>
                  <a:srgbClr val="232733"/>
                </a:solidFill>
                <a:latin typeface="Aptos"/>
              </a:defRPr>
            </a:pPr>
            <a:r>
              <a:t>Ya esta validado en operacion controlada para ausentismo y empleados, con expansion prevista a transporte.</a:t>
            </a:r>
          </a:p>
        </p:txBody>
      </p:sp>
      <p:pic>
        <p:nvPicPr>
          <p:cNvPr id="6" name="Picture 5" descr="valor_negoci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8117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El cambio clave es pasar de busqueda manual a respuesta guiada por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Problema Que Resuelve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Antes vs ahora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3474720"/>
          </a:xfrm>
          <a:prstGeom prst="rect">
            <a:avLst/>
          </a:prstGeom>
          <a:solidFill>
            <a:srgbClr val="D5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88412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32733"/>
                </a:solidFill>
                <a:latin typeface="Aptos"/>
              </a:rPr>
              <a:t>Consultas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manuales</a:t>
            </a:r>
            <a:r>
              <a:rPr sz="1100" dirty="0">
                <a:solidFill>
                  <a:srgbClr val="232733"/>
                </a:solidFill>
                <a:latin typeface="Aptos"/>
              </a:rPr>
              <a:t>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dependencia</a:t>
            </a:r>
            <a:r>
              <a:rPr sz="1100" dirty="0">
                <a:solidFill>
                  <a:srgbClr val="232733"/>
                </a:solidFill>
                <a:latin typeface="Aptos"/>
              </a:rPr>
              <a:t> de personas </a:t>
            </a:r>
            <a:br>
              <a:rPr lang="es-MX" sz="1100" dirty="0">
                <a:solidFill>
                  <a:srgbClr val="232733"/>
                </a:solidFill>
                <a:latin typeface="Aptos"/>
              </a:rPr>
            </a:br>
            <a:r>
              <a:rPr sz="1100" dirty="0">
                <a:solidFill>
                  <a:srgbClr val="232733"/>
                </a:solidFill>
                <a:latin typeface="Aptos"/>
              </a:rPr>
              <a:t>clave,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reportes</a:t>
            </a:r>
            <a:r>
              <a:rPr sz="1100" dirty="0">
                <a:solidFill>
                  <a:srgbClr val="232733"/>
                </a:solidFill>
                <a:latin typeface="Aptos"/>
              </a:rPr>
              <a:t> lentos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poca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capacidad</a:t>
            </a:r>
            <a:r>
              <a:rPr sz="1100" dirty="0">
                <a:solidFill>
                  <a:srgbClr val="232733"/>
                </a:solidFill>
                <a:latin typeface="Aptos"/>
              </a:rPr>
              <a:t> para </a:t>
            </a:r>
            <a:br>
              <a:rPr lang="es-MX" sz="1100" dirty="0">
                <a:solidFill>
                  <a:srgbClr val="232733"/>
                </a:solidFill>
                <a:latin typeface="Aptos"/>
              </a:rPr>
            </a:br>
            <a:r>
              <a:rPr sz="1100" dirty="0" err="1">
                <a:solidFill>
                  <a:srgbClr val="232733"/>
                </a:solidFill>
                <a:latin typeface="Aptos"/>
              </a:rPr>
              <a:t>cruzar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fuentes</a:t>
            </a:r>
            <a:r>
              <a:rPr sz="1100" dirty="0">
                <a:solidFill>
                  <a:srgbClr val="232733"/>
                </a:solidFill>
                <a:latin typeface="Aptos"/>
              </a:rPr>
              <a:t> a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tiempo</a:t>
            </a:r>
            <a:r>
              <a:rPr sz="11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109728" cy="3474720"/>
          </a:xfrm>
          <a:prstGeom prst="rect">
            <a:avLst/>
          </a:prstGeom>
          <a:solidFill>
            <a:srgbClr val="48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Ahora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809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733"/>
                </a:solidFill>
                <a:latin typeface="Aptos"/>
              </a:rPr>
              <a:t>Un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lider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pregunta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directamente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el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sistema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br>
              <a:rPr lang="es-MX" sz="1100" dirty="0">
                <a:solidFill>
                  <a:srgbClr val="232733"/>
                </a:solidFill>
                <a:latin typeface="Aptos"/>
              </a:rPr>
            </a:br>
            <a:r>
              <a:rPr sz="1100" dirty="0" err="1">
                <a:solidFill>
                  <a:srgbClr val="232733"/>
                </a:solidFill>
                <a:latin typeface="Aptos"/>
              </a:rPr>
              <a:t>responde</a:t>
            </a:r>
            <a:r>
              <a:rPr sz="1100" dirty="0">
                <a:solidFill>
                  <a:srgbClr val="232733"/>
                </a:solidFill>
                <a:latin typeface="Aptos"/>
              </a:rPr>
              <a:t> con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datos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reales</a:t>
            </a:r>
            <a:r>
              <a:rPr sz="1100" dirty="0">
                <a:solidFill>
                  <a:srgbClr val="232733"/>
                </a:solidFill>
                <a:latin typeface="Aptos"/>
              </a:rPr>
              <a:t>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resumen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ejecutivo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contexto</a:t>
            </a:r>
            <a:r>
              <a:rPr sz="1100" dirty="0">
                <a:solidFill>
                  <a:srgbClr val="232733"/>
                </a:solidFill>
                <a:latin typeface="Aptos"/>
              </a:rPr>
              <a:t> para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decidir</a:t>
            </a:r>
            <a:r>
              <a:rPr sz="11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109728" cy="3474720"/>
          </a:xfrm>
          <a:prstGeom prst="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645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Impacto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280831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733"/>
                </a:solidFill>
                <a:latin typeface="Aptos"/>
              </a:rPr>
              <a:t>Mas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velocidad</a:t>
            </a:r>
            <a:r>
              <a:rPr sz="1100" dirty="0">
                <a:solidFill>
                  <a:srgbClr val="232733"/>
                </a:solidFill>
                <a:latin typeface="Aptos"/>
              </a:rPr>
              <a:t>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menos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friccion</a:t>
            </a:r>
            <a:r>
              <a:rPr sz="1100" dirty="0">
                <a:solidFill>
                  <a:srgbClr val="232733"/>
                </a:solidFill>
                <a:latin typeface="Aptos"/>
              </a:rPr>
              <a:t>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menos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dependencia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tecnica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una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lectura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mucho</a:t>
            </a:r>
            <a:r>
              <a:rPr sz="1100" dirty="0">
                <a:solidFill>
                  <a:srgbClr val="232733"/>
                </a:solidFill>
                <a:latin typeface="Aptos"/>
              </a:rPr>
              <a:t> mas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completa</a:t>
            </a:r>
            <a:r>
              <a:rPr sz="1100" dirty="0">
                <a:solidFill>
                  <a:srgbClr val="232733"/>
                </a:solidFill>
                <a:latin typeface="Aptos"/>
              </a:rPr>
              <a:t> del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negocio</a:t>
            </a:r>
            <a:r>
              <a:rPr sz="11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pic>
        <p:nvPicPr>
          <p:cNvPr id="17" name="Picture 16" descr="purchase_impac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0640"/>
            <a:ext cx="10424160" cy="56234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La ganancia no es solo automatizacion: es capacidad real de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Explicado como un analista inteligente automatico</a:t>
            </a:r>
          </a:p>
        </p:txBody>
      </p:sp>
      <p:pic>
        <p:nvPicPr>
          <p:cNvPr id="5" name="Picture 4" descr="flujo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6172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El usuario no necesita saber tablas ni nombres tecnicos.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Que Entrega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No solo responde: analiza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Datos reales de la empresa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Resumen ejecutivo entendible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Tablas cuando se necesita detalle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Hallazgos y alertas tempranas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Riesgos detectados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Recomendaciones y siguientes acciones</a:t>
            </a:r>
          </a:p>
        </p:txBody>
      </p:sp>
      <p:pic>
        <p:nvPicPr>
          <p:cNvPr id="6" name="Picture 5" descr="entregabl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5486400" cy="2959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La respuesta se diseña para que sea util para gestionar, no solo para leer.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Ejemplos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Casos representativos del uso actual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1920240"/>
          </a:xfrm>
          <a:prstGeom prst="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Ejemplo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9535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733"/>
                </a:solidFill>
                <a:latin typeface="Aptos"/>
              </a:rPr>
              <a:t>Que areas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tienen</a:t>
            </a:r>
            <a:r>
              <a:rPr sz="1100" dirty="0">
                <a:solidFill>
                  <a:srgbClr val="232733"/>
                </a:solidFill>
                <a:latin typeface="Aptos"/>
              </a:rPr>
              <a:t> mas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ausentismo</a:t>
            </a:r>
            <a:r>
              <a:rPr sz="1100" dirty="0">
                <a:solidFill>
                  <a:srgbClr val="232733"/>
                </a:solidFill>
                <a:latin typeface="Aptos"/>
              </a:rPr>
              <a:t>?
Respuesta: ranking por area,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interpretacion</a:t>
            </a:r>
            <a:r>
              <a:rPr sz="1100" dirty="0">
                <a:solidFill>
                  <a:srgbClr val="232733"/>
                </a:solidFill>
                <a:latin typeface="Aptos"/>
              </a:rPr>
              <a:t> del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foco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sugerencia</a:t>
            </a:r>
            <a:r>
              <a:rPr sz="1100" dirty="0">
                <a:solidFill>
                  <a:srgbClr val="232733"/>
                </a:solidFill>
                <a:latin typeface="Aptos"/>
              </a:rPr>
              <a:t> de revision.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109728" cy="1920240"/>
          </a:xfrm>
          <a:prstGeom prst="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Ejemplo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306323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733"/>
                </a:solidFill>
                <a:latin typeface="Aptos"/>
              </a:rPr>
              <a:t>Cuantos empleados activos hay por cargo?
Respuesta: conteo agrupado y lectura de concentraciones.</a:t>
            </a:r>
          </a:p>
        </p:txBody>
      </p:sp>
      <p:pic>
        <p:nvPicPr>
          <p:cNvPr id="13" name="Picture 12" descr="absence_area_char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108960" cy="1716634"/>
          </a:xfrm>
          <a:prstGeom prst="rect">
            <a:avLst/>
          </a:prstGeom>
        </p:spPr>
      </p:pic>
      <p:pic>
        <p:nvPicPr>
          <p:cNvPr id="14" name="Picture 13" descr="transport_chart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0"/>
            <a:ext cx="3108960" cy="17166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63440" y="4937760"/>
            <a:ext cx="6492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 err="1">
                <a:solidFill>
                  <a:srgbClr val="232733"/>
                </a:solidFill>
                <a:latin typeface="Aptos"/>
              </a:rPr>
              <a:t>Ejemplo</a:t>
            </a:r>
            <a:r>
              <a:rPr sz="1300" dirty="0">
                <a:solidFill>
                  <a:srgbClr val="232733"/>
                </a:solidFill>
                <a:latin typeface="Aptos"/>
              </a:rPr>
              <a:t> 3: cruces entre </a:t>
            </a:r>
            <a:r>
              <a:rPr sz="1300" dirty="0" err="1">
                <a:solidFill>
                  <a:srgbClr val="232733"/>
                </a:solidFill>
                <a:latin typeface="Aptos"/>
              </a:rPr>
              <a:t>ausentismo</a:t>
            </a:r>
            <a:r>
              <a:rPr sz="1300" dirty="0">
                <a:solidFill>
                  <a:srgbClr val="232733"/>
                </a:solidFill>
                <a:latin typeface="Aptos"/>
              </a:rPr>
              <a:t> y </a:t>
            </a:r>
            <a:r>
              <a:rPr sz="1300" dirty="0" err="1">
                <a:solidFill>
                  <a:srgbClr val="232733"/>
                </a:solidFill>
                <a:latin typeface="Aptos"/>
              </a:rPr>
              <a:t>estructura</a:t>
            </a:r>
            <a:r>
              <a:rPr sz="1300" dirty="0">
                <a:solidFill>
                  <a:srgbClr val="232733"/>
                </a:solidFill>
                <a:latin typeface="Aptos"/>
              </a:rPr>
              <a:t> de personal para </a:t>
            </a:r>
            <a:r>
              <a:rPr sz="1300" dirty="0" err="1">
                <a:solidFill>
                  <a:srgbClr val="232733"/>
                </a:solidFill>
                <a:latin typeface="Aptos"/>
              </a:rPr>
              <a:t>detectar</a:t>
            </a:r>
            <a:r>
              <a:rPr sz="1300" dirty="0">
                <a:solidFill>
                  <a:srgbClr val="232733"/>
                </a:solidFill>
                <a:latin typeface="Aptos"/>
              </a:rPr>
              <a:t> cargos o jefes con mayor </a:t>
            </a:r>
            <a:r>
              <a:rPr sz="1300" dirty="0" err="1">
                <a:solidFill>
                  <a:srgbClr val="232733"/>
                </a:solidFill>
                <a:latin typeface="Aptos"/>
              </a:rPr>
              <a:t>concentracion</a:t>
            </a:r>
            <a:r>
              <a:rPr sz="1300" dirty="0">
                <a:solidFill>
                  <a:srgbClr val="232733"/>
                </a:solidFill>
                <a:latin typeface="Aptos"/>
              </a:rPr>
              <a:t> de </a:t>
            </a:r>
            <a:r>
              <a:rPr sz="1300" dirty="0" err="1">
                <a:solidFill>
                  <a:srgbClr val="232733"/>
                </a:solidFill>
                <a:latin typeface="Aptos"/>
              </a:rPr>
              <a:t>casos</a:t>
            </a:r>
            <a:r>
              <a:rPr sz="13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Los graficos son referentes visuales del tipo de salida esperada.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1E38"/>
                </a:solidFill>
                <a:latin typeface="Aptos Display"/>
              </a:rPr>
              <a:t>Estado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6B7E"/>
                </a:solidFill>
                <a:latin typeface="Aptos"/>
              </a:rPr>
              <a:t>Lo que ya esta validado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Operacion controlada con datos reales en ausentismo y empleados.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Cruces entre fuentes funcionando dentro del alcance cubierto.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Monitoreo de salud operativa y control de fallback.</a:t>
            </a:r>
          </a:p>
          <a:p>
            <a:pPr>
              <a:spcAft>
                <a:spcPts val="800"/>
              </a:spcAft>
              <a:defRPr sz="1800">
                <a:solidFill>
                  <a:srgbClr val="232733"/>
                </a:solidFill>
                <a:latin typeface="Aptos"/>
              </a:defRPr>
            </a:pPr>
            <a:r>
              <a:t>Base estable para replicar el modelo en nuevos dominios.</a:t>
            </a:r>
          </a:p>
        </p:txBody>
      </p:sp>
      <p:pic>
        <p:nvPicPr>
          <p:cNvPr id="6" name="Picture 5" descr="domain_maturity_char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5577840" cy="2925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530352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B7E"/>
                </a:solidFill>
                <a:latin typeface="Aptos"/>
              </a:rPr>
              <a:t>Lectura actual: ausentismo y empleados son la base validada; transporte es el siguiente frente natural.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B7E"/>
                </a:solidFill>
                <a:latin typeface="Aptos"/>
              </a:rPr>
              <a:t>El sistema ya paso de idea a fase validada.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5F7FB"/>
                </a:solidFill>
                <a:latin typeface="Aptos"/>
              </a:rPr>
              <a:t>Expansion responsable y por etapas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9728" cy="3383280"/>
          </a:xfrm>
          <a:prstGeom prst="rect">
            <a:avLst/>
          </a:prstGeom>
          <a:solidFill>
            <a:srgbClr val="6AD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1. Consolidar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7781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32733"/>
                </a:solidFill>
                <a:latin typeface="Aptos"/>
              </a:rPr>
              <a:t>Mantener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calidad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monitoreo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sobre</a:t>
            </a:r>
            <a:r>
              <a:rPr sz="1100" dirty="0">
                <a:solidFill>
                  <a:srgbClr val="232733"/>
                </a:solidFill>
                <a:latin typeface="Aptos"/>
              </a:rPr>
              <a:t> los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dominios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ya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validados</a:t>
            </a:r>
            <a:r>
              <a:rPr sz="11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109728" cy="3383280"/>
          </a:xfrm>
          <a:prstGeom prst="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2. Expandir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7706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32733"/>
                </a:solidFill>
                <a:latin typeface="Aptos"/>
              </a:rPr>
              <a:t>Abrir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transporte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otras</a:t>
            </a:r>
            <a:r>
              <a:rPr sz="1100" dirty="0">
                <a:solidFill>
                  <a:srgbClr val="232733"/>
                </a:solidFill>
                <a:latin typeface="Aptos"/>
              </a:rPr>
              <a:t> areas solo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despues</a:t>
            </a:r>
            <a:r>
              <a:rPr sz="1100" dirty="0">
                <a:solidFill>
                  <a:srgbClr val="232733"/>
                </a:solidFill>
                <a:latin typeface="Aptos"/>
              </a:rPr>
              <a:t> de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cargar</a:t>
            </a:r>
            <a:r>
              <a:rPr sz="1100" dirty="0">
                <a:solidFill>
                  <a:srgbClr val="232733"/>
                </a:solidFill>
                <a:latin typeface="Aptos"/>
              </a:rPr>
              <a:t> metadata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validar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preguntas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reales</a:t>
            </a:r>
            <a:r>
              <a:rPr sz="1100" dirty="0">
                <a:solidFill>
                  <a:srgbClr val="232733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109728" cy="3383280"/>
          </a:xfrm>
          <a:prstGeom prst="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7373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81E38"/>
                </a:solidFill>
                <a:latin typeface="Aptos Display"/>
              </a:rPr>
              <a:t>3. Escalar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2880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32733"/>
                </a:solidFill>
                <a:latin typeface="Aptos"/>
              </a:rPr>
              <a:t>Mejorar</a:t>
            </a:r>
            <a:r>
              <a:rPr sz="1100" dirty="0">
                <a:solidFill>
                  <a:srgbClr val="232733"/>
                </a:solidFill>
                <a:latin typeface="Aptos"/>
              </a:rPr>
              <a:t> precision,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cobertura</a:t>
            </a:r>
            <a:r>
              <a:rPr sz="1100" dirty="0">
                <a:solidFill>
                  <a:srgbClr val="232733"/>
                </a:solidFill>
                <a:latin typeface="Aptos"/>
              </a:rPr>
              <a:t> y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capacidad</a:t>
            </a:r>
            <a:r>
              <a:rPr sz="1100" dirty="0">
                <a:solidFill>
                  <a:srgbClr val="232733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analitica</a:t>
            </a:r>
            <a:r>
              <a:rPr sz="1100" dirty="0">
                <a:solidFill>
                  <a:srgbClr val="232733"/>
                </a:solidFill>
                <a:latin typeface="Aptos"/>
              </a:rPr>
              <a:t> sin </a:t>
            </a:r>
            <a:r>
              <a:rPr sz="1100" dirty="0" err="1">
                <a:solidFill>
                  <a:srgbClr val="232733"/>
                </a:solidFill>
                <a:latin typeface="Aptos"/>
              </a:rPr>
              <a:t>perder</a:t>
            </a:r>
            <a:r>
              <a:rPr sz="1100" dirty="0">
                <a:solidFill>
                  <a:srgbClr val="232733"/>
                </a:solidFill>
                <a:latin typeface="Aptos"/>
              </a:rPr>
              <a:t> control del runtime.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 Display"/>
              </a:rPr>
              <a:t>La oportunidad ya no es probar si funciona. La oportunidad es decidir donde genera mas valor despues.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B"/>
                </a:solidFill>
                <a:latin typeface="Aptos"/>
              </a:rPr>
              <a:t>Cierre ejecutivo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506</Words>
  <Application>Microsoft Office PowerPoint</Application>
  <PresentationFormat>Panorámica</PresentationFormat>
  <Paragraphs>59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ÁLVARO SÁNCHEZ PAREJA</cp:lastModifiedBy>
  <cp:revision>2</cp:revision>
  <dcterms:created xsi:type="dcterms:W3CDTF">2013-01-27T09:14:16Z</dcterms:created>
  <dcterms:modified xsi:type="dcterms:W3CDTF">2026-05-04T05:46:17Z</dcterms:modified>
  <cp:category/>
</cp:coreProperties>
</file>